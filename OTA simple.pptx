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1" r:id="rId3"/>
    <p:sldId id="263" r:id="rId4"/>
    <p:sldId id="264" r:id="rId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36FF3-EE80-468D-8661-11C80B5E6A74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A41E1-FFCE-4397-8326-840727BD21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6128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A41E1-FFCE-4397-8326-840727BD21E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9552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661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38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060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696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223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778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70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342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468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694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52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37887-EBBC-435B-A1A1-2F48ECB3A023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16BA7-54A7-4B84-86F3-BC694D0E20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71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OTA simple für </a:t>
            </a:r>
            <a:r>
              <a:rPr lang="de-DE" dirty="0" err="1" smtClean="0"/>
              <a:t>Raspberry</a:t>
            </a:r>
            <a:r>
              <a:rPr lang="de-DE" dirty="0" smtClean="0"/>
              <a:t> Pi </a:t>
            </a:r>
            <a:r>
              <a:rPr lang="de-DE" dirty="0" err="1" smtClean="0"/>
              <a:t>Pico</a:t>
            </a:r>
            <a:r>
              <a:rPr lang="de-DE" dirty="0" smtClean="0"/>
              <a:t> 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de-DE" sz="2800" dirty="0" smtClean="0"/>
              <a:t>Folgende 3 Dateien werden auf dem </a:t>
            </a:r>
            <a:r>
              <a:rPr lang="de-DE" sz="2800" dirty="0" err="1" smtClean="0"/>
              <a:t>Pico</a:t>
            </a:r>
            <a:r>
              <a:rPr lang="de-DE" sz="2800" dirty="0" smtClean="0"/>
              <a:t> benötigt:</a:t>
            </a:r>
          </a:p>
          <a:p>
            <a:pPr>
              <a:buFont typeface="Courier New" panose="02070309020205020404" pitchFamily="49" charset="0"/>
              <a:buChar char="o"/>
            </a:pPr>
            <a:endParaRPr lang="de-DE" sz="2800" dirty="0" smtClean="0"/>
          </a:p>
          <a:p>
            <a:pPr marL="914400" lvl="1" indent="-514350">
              <a:buAutoNum type="arabicPeriod"/>
            </a:pPr>
            <a:r>
              <a:rPr lang="de-DE" b="1" dirty="0" smtClean="0"/>
              <a:t>init.py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2400" dirty="0" smtClean="0"/>
              <a:t>wird benötigt, um die WLAN Verbindung herzustellen. </a:t>
            </a:r>
          </a:p>
          <a:p>
            <a:pPr marL="914400" lvl="1" indent="-514350">
              <a:buAutoNum type="arabicPeriod"/>
            </a:pPr>
            <a:r>
              <a:rPr lang="de-DE" b="1" dirty="0" smtClean="0"/>
              <a:t>main-1.py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2400" dirty="0" smtClean="0"/>
              <a:t>Lädt eine Datei vom </a:t>
            </a:r>
            <a:r>
              <a:rPr lang="de-DE" sz="2400" dirty="0" err="1" smtClean="0"/>
              <a:t>GitHub</a:t>
            </a:r>
            <a:r>
              <a:rPr lang="de-DE" sz="2400" dirty="0" smtClean="0"/>
              <a:t> und liest diese ein.</a:t>
            </a:r>
            <a:endParaRPr lang="de-DE" dirty="0" smtClean="0"/>
          </a:p>
          <a:p>
            <a:pPr marL="914400" lvl="1" indent="-514350">
              <a:buAutoNum type="arabicPeriod"/>
            </a:pPr>
            <a:r>
              <a:rPr lang="de-DE" b="1" dirty="0" smtClean="0"/>
              <a:t>ugit.py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2400" dirty="0"/>
              <a:t>Enthält die Funktion pull() für den Zugriff auf </a:t>
            </a:r>
            <a:r>
              <a:rPr lang="de-DE" sz="2400" dirty="0" err="1"/>
              <a:t>GitHub</a:t>
            </a:r>
            <a:r>
              <a:rPr lang="de-DE" sz="2400" dirty="0" smtClean="0"/>
              <a:t>.</a:t>
            </a:r>
            <a:endParaRPr lang="de-DE" dirty="0" smtClean="0"/>
          </a:p>
          <a:p>
            <a:pPr marL="400050" lvl="1" indent="0">
              <a:buNone/>
            </a:pPr>
            <a:endParaRPr lang="de-DE" dirty="0" smtClean="0"/>
          </a:p>
          <a:p>
            <a:pPr marL="914400" lvl="1" indent="-514350"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835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OTA simple für </a:t>
            </a:r>
            <a:r>
              <a:rPr lang="de-DE" dirty="0" err="1"/>
              <a:t>Raspberry</a:t>
            </a:r>
            <a:r>
              <a:rPr lang="de-DE" dirty="0"/>
              <a:t> Pi </a:t>
            </a:r>
            <a:r>
              <a:rPr lang="de-DE" dirty="0" err="1"/>
              <a:t>Pico</a:t>
            </a:r>
            <a:r>
              <a:rPr lang="de-DE" dirty="0"/>
              <a:t> </a:t>
            </a:r>
            <a:r>
              <a:rPr lang="de-DE" dirty="0" smtClean="0"/>
              <a:t>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Lösche die Datei ‚DfR.txt‘ vom </a:t>
            </a:r>
            <a:r>
              <a:rPr lang="de-DE" dirty="0" err="1" smtClean="0"/>
              <a:t>Pico</a:t>
            </a:r>
            <a:r>
              <a:rPr lang="de-DE" dirty="0" smtClean="0"/>
              <a:t>, </a:t>
            </a:r>
            <a:r>
              <a:rPr lang="de-DE" smtClean="0"/>
              <a:t>falls dort vorhanden</a:t>
            </a:r>
            <a:r>
              <a:rPr lang="de-DE" dirty="0" smtClean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Lade  die  Datei main-1.py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Starte die Datei main-1.py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Nach Beendigung des Programms sollte </a:t>
            </a:r>
            <a:br>
              <a:rPr lang="de-DE" dirty="0" smtClean="0"/>
            </a:br>
            <a:r>
              <a:rPr lang="de-DE" dirty="0" smtClean="0"/>
              <a:t>eine neue Datei mit dem Namen ‚DfR.txt‘</a:t>
            </a:r>
            <a:br>
              <a:rPr lang="de-DE" dirty="0" smtClean="0"/>
            </a:br>
            <a:r>
              <a:rPr lang="de-DE" dirty="0" smtClean="0"/>
              <a:t>vorhanden sein. Dazu zuerst noch auf das </a:t>
            </a:r>
            <a:br>
              <a:rPr lang="de-DE" dirty="0" smtClean="0"/>
            </a:br>
            <a:r>
              <a:rPr lang="de-DE" dirty="0" err="1" smtClean="0"/>
              <a:t>Stop</a:t>
            </a:r>
            <a:r>
              <a:rPr lang="de-DE" dirty="0" smtClean="0"/>
              <a:t> Icon            klicken. </a:t>
            </a:r>
          </a:p>
          <a:p>
            <a:pPr marL="857250" lvl="1" indent="-457200">
              <a:buFont typeface="Courier New" panose="02070309020205020404" pitchFamily="49" charset="0"/>
              <a:buChar char="o"/>
            </a:pPr>
            <a:endParaRPr lang="de-D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5301208"/>
            <a:ext cx="660846" cy="69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356992"/>
            <a:ext cx="475109" cy="460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377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229600" cy="1143000"/>
          </a:xfrm>
        </p:spPr>
        <p:txBody>
          <a:bodyPr>
            <a:normAutofit/>
          </a:bodyPr>
          <a:lstStyle/>
          <a:p>
            <a:r>
              <a:rPr lang="de-DE" dirty="0" smtClean="0"/>
              <a:t>Bemerkungen </a:t>
            </a:r>
            <a:r>
              <a:rPr lang="de-DE" dirty="0"/>
              <a:t>&amp;</a:t>
            </a:r>
            <a:r>
              <a:rPr lang="de-DE" dirty="0" smtClean="0"/>
              <a:t> Einschränkungen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1. Es können </a:t>
            </a:r>
            <a:r>
              <a:rPr lang="de-DE" u="sng" dirty="0" smtClean="0"/>
              <a:t>nur</a:t>
            </a:r>
            <a:r>
              <a:rPr lang="de-DE" dirty="0" smtClean="0"/>
              <a:t> ASCII Dateien geladen werden. </a:t>
            </a:r>
            <a:br>
              <a:rPr lang="de-DE" dirty="0" smtClean="0"/>
            </a:br>
            <a:r>
              <a:rPr lang="de-DE" dirty="0" smtClean="0"/>
              <a:t>	- </a:t>
            </a:r>
            <a:r>
              <a:rPr lang="de-DE" sz="2800" dirty="0" smtClean="0"/>
              <a:t>Nur &lt;LF&gt; am Zeilenende (UNIX Standard)</a:t>
            </a:r>
          </a:p>
          <a:p>
            <a:pPr marL="0" indent="0">
              <a:buNone/>
            </a:pPr>
            <a:r>
              <a:rPr lang="de-DE" sz="2800" dirty="0"/>
              <a:t>	</a:t>
            </a:r>
            <a:r>
              <a:rPr lang="de-DE" sz="2800" dirty="0" smtClean="0"/>
              <a:t>- Umlaute in Darstellung mit je zwei Bytes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smtClean="0"/>
              <a:t> 	</a:t>
            </a:r>
            <a:r>
              <a:rPr lang="de-DE" sz="2800" dirty="0" smtClean="0"/>
              <a:t>Ä = C3 84; Ö = C3 96; Ü = C3 9C  </a:t>
            </a:r>
            <a:br>
              <a:rPr lang="de-DE" sz="2800" dirty="0" smtClean="0"/>
            </a:br>
            <a:r>
              <a:rPr lang="de-DE" sz="2800" dirty="0" smtClean="0"/>
              <a:t>		ä  = C3 A4; ö = C3 B6; ü = C3 BC; ß = C3 9F</a:t>
            </a:r>
          </a:p>
          <a:p>
            <a:pPr marL="0" indent="0">
              <a:buNone/>
            </a:pPr>
            <a:r>
              <a:rPr lang="de-DE" dirty="0" smtClean="0"/>
              <a:t>		</a:t>
            </a:r>
            <a:r>
              <a:rPr lang="de-DE" i="1" dirty="0" smtClean="0"/>
              <a:t>&lt; s. Tabelle&gt;</a:t>
            </a:r>
            <a:endParaRPr lang="de-DE" i="1" dirty="0"/>
          </a:p>
          <a:p>
            <a:pPr marL="0" indent="0">
              <a:buNone/>
            </a:pPr>
            <a:r>
              <a:rPr lang="de-DE" dirty="0" smtClean="0"/>
              <a:t>2. Keine Echtzeitanwendung möglich</a:t>
            </a:r>
            <a:br>
              <a:rPr lang="de-DE" dirty="0" smtClean="0"/>
            </a:br>
            <a:r>
              <a:rPr lang="de-DE" dirty="0" smtClean="0"/>
              <a:t>	</a:t>
            </a:r>
            <a:r>
              <a:rPr lang="de-DE" sz="2800" dirty="0" smtClean="0"/>
              <a:t>Das Generieren des Links benötigt ca. 5 min.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31274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98" y="1412776"/>
            <a:ext cx="8732890" cy="5340596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229600" cy="1143000"/>
          </a:xfrm>
        </p:spPr>
        <p:txBody>
          <a:bodyPr>
            <a:normAutofit/>
          </a:bodyPr>
          <a:lstStyle/>
          <a:p>
            <a:r>
              <a:rPr lang="de-DE" dirty="0" smtClean="0"/>
              <a:t>ASCII Tabelle (utf-8 Codierung)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7465670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Bildschirmpräsentation (4:3)</PresentationFormat>
  <Paragraphs>19</Paragraphs>
  <Slides>4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Larissa</vt:lpstr>
      <vt:lpstr>OTA simple für Raspberry Pi Pico W</vt:lpstr>
      <vt:lpstr>OTA simple für Raspberry Pi Pico W</vt:lpstr>
      <vt:lpstr>Bemerkungen &amp; Einschränkungen</vt:lpstr>
      <vt:lpstr>ASCII Tabelle (utf-8 Codierung)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Johannes Marko</dc:creator>
  <cp:lastModifiedBy>Johannes Marko</cp:lastModifiedBy>
  <cp:revision>25</cp:revision>
  <dcterms:created xsi:type="dcterms:W3CDTF">2025-10-12T07:26:01Z</dcterms:created>
  <dcterms:modified xsi:type="dcterms:W3CDTF">2025-12-09T10:20:01Z</dcterms:modified>
</cp:coreProperties>
</file>