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4661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3382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060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5696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223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4778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8707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3428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4680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6941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6528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37887-EBBC-435B-A1A1-2F48ECB3A023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871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smtClean="0"/>
              <a:t>OTA Update für </a:t>
            </a:r>
            <a:r>
              <a:rPr lang="de-DE" dirty="0" err="1" smtClean="0"/>
              <a:t>Raspberry</a:t>
            </a:r>
            <a:r>
              <a:rPr lang="de-DE" dirty="0" smtClean="0"/>
              <a:t> Pi </a:t>
            </a:r>
            <a:r>
              <a:rPr lang="de-DE" dirty="0" err="1" smtClean="0"/>
              <a:t>Pico</a:t>
            </a:r>
            <a:r>
              <a:rPr lang="de-DE" dirty="0" smtClean="0"/>
              <a:t> W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de-DE" dirty="0" smtClean="0"/>
              <a:t>Lösche alle Dateien auf dem </a:t>
            </a:r>
            <a:r>
              <a:rPr lang="de-DE" dirty="0" err="1" smtClean="0"/>
              <a:t>Pico</a:t>
            </a:r>
            <a:endParaRPr lang="de-DE" dirty="0" smtClean="0"/>
          </a:p>
          <a:p>
            <a:pPr marL="742950" lvl="2" indent="-342900">
              <a:buFont typeface="Wingdings" panose="05000000000000000000" pitchFamily="2" charset="2"/>
              <a:buChar char="Ø"/>
            </a:pPr>
            <a:r>
              <a:rPr lang="de-DE" dirty="0" smtClean="0"/>
              <a:t>	Es macht Sinn mit einem ganz „leeren“ </a:t>
            </a:r>
            <a:r>
              <a:rPr lang="de-DE" dirty="0" err="1" smtClean="0"/>
              <a:t>Pico</a:t>
            </a:r>
            <a:r>
              <a:rPr lang="de-DE" dirty="0" smtClean="0"/>
              <a:t> anzufangen, um erste  Erfahrungen zu sammeln 	und ggf. Datenverlust zu vermeiden (s. letzte Seite über Vorsichtsmaßnahmen !).</a:t>
            </a:r>
            <a:r>
              <a:rPr lang="de-DE" dirty="0" smtClean="0">
                <a:solidFill>
                  <a:schemeClr val="accent3">
                    <a:lumMod val="75000"/>
                  </a:schemeClr>
                </a:solidFill>
              </a:rPr>
              <a:t/>
            </a:r>
            <a:br>
              <a:rPr lang="de-DE" dirty="0" smtClean="0">
                <a:solidFill>
                  <a:schemeClr val="accent3">
                    <a:lumMod val="75000"/>
                  </a:schemeClr>
                </a:solidFill>
              </a:rPr>
            </a:br>
            <a:endParaRPr lang="de-DE" dirty="0" smtClean="0">
              <a:solidFill>
                <a:schemeClr val="accent3">
                  <a:lumMod val="75000"/>
                </a:schemeClr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 smtClean="0"/>
              <a:t>Lade folgende drei Dateien auf den </a:t>
            </a:r>
            <a:r>
              <a:rPr lang="de-DE" dirty="0" err="1" smtClean="0"/>
              <a:t>Pico</a:t>
            </a:r>
            <a:endParaRPr lang="de-DE" dirty="0" smtClean="0"/>
          </a:p>
          <a:p>
            <a:pPr marL="800100" lvl="3" indent="-342900">
              <a:buFont typeface="Wingdings" panose="05000000000000000000" pitchFamily="2" charset="2"/>
              <a:buChar char="Ø"/>
            </a:pPr>
            <a:r>
              <a:rPr lang="de-DE" sz="2400" dirty="0" smtClean="0">
                <a:solidFill>
                  <a:srgbClr val="FF0000"/>
                </a:solidFill>
              </a:rPr>
              <a:t>main-alt.py</a:t>
            </a:r>
            <a:r>
              <a:rPr lang="de-DE" sz="2400" dirty="0" smtClean="0"/>
              <a:t>			# Kopie der „alten“ main.py Datei</a:t>
            </a:r>
          </a:p>
          <a:p>
            <a:pPr marL="800100" lvl="3" indent="-342900">
              <a:buFont typeface="Wingdings" panose="05000000000000000000" pitchFamily="2" charset="2"/>
              <a:buChar char="Ø"/>
            </a:pPr>
            <a:r>
              <a:rPr lang="de-DE" sz="2400" dirty="0" smtClean="0">
                <a:solidFill>
                  <a:srgbClr val="FF0000"/>
                </a:solidFill>
              </a:rPr>
              <a:t>init.py </a:t>
            </a:r>
            <a:r>
              <a:rPr lang="de-DE" sz="2400" dirty="0" smtClean="0"/>
              <a:t>			# WLAN-Zugang Daten und Funktion</a:t>
            </a:r>
          </a:p>
          <a:p>
            <a:pPr marL="800100" lvl="3" indent="-342900">
              <a:buFont typeface="Wingdings" panose="05000000000000000000" pitchFamily="2" charset="2"/>
              <a:buChar char="Ø"/>
            </a:pPr>
            <a:r>
              <a:rPr lang="de-DE" sz="2400" dirty="0">
                <a:solidFill>
                  <a:srgbClr val="FF0000"/>
                </a:solidFill>
              </a:rPr>
              <a:t>u</a:t>
            </a:r>
            <a:r>
              <a:rPr lang="de-DE" sz="2400" dirty="0" smtClean="0">
                <a:solidFill>
                  <a:srgbClr val="FF0000"/>
                </a:solidFill>
              </a:rPr>
              <a:t>git.py </a:t>
            </a:r>
            <a:r>
              <a:rPr lang="de-DE" sz="2400" dirty="0" smtClean="0"/>
              <a:t>			# Funktion zum Laden von </a:t>
            </a:r>
            <a:r>
              <a:rPr lang="de-DE" sz="2400" dirty="0" err="1" smtClean="0"/>
              <a:t>GitHub</a:t>
            </a:r>
            <a:endParaRPr lang="de-DE" sz="2400" dirty="0" smtClean="0"/>
          </a:p>
          <a:p>
            <a:pPr>
              <a:buFont typeface="Courier New" panose="02070309020205020404" pitchFamily="49" charset="0"/>
              <a:buChar char="o"/>
            </a:pPr>
            <a:endParaRPr lang="de-DE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 smtClean="0"/>
              <a:t>Eingabe der WLAN Zugangsdaten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	</a:t>
            </a:r>
            <a:r>
              <a:rPr lang="de-DE" dirty="0" smtClean="0"/>
              <a:t>Gebe deine WLAN Zugangsdaten oben in die Datei</a:t>
            </a:r>
            <a:r>
              <a:rPr lang="de-DE" dirty="0" smtClean="0">
                <a:solidFill>
                  <a:srgbClr val="FF0000"/>
                </a:solidFill>
              </a:rPr>
              <a:t> init.py </a:t>
            </a:r>
            <a:r>
              <a:rPr lang="de-DE" dirty="0" smtClean="0"/>
              <a:t>ein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	</a:t>
            </a:r>
            <a:r>
              <a:rPr lang="de-DE" dirty="0" smtClean="0"/>
              <a:t>und speichere diese auf dem </a:t>
            </a:r>
            <a:r>
              <a:rPr lang="de-DE" dirty="0" err="1" smtClean="0"/>
              <a:t>Pico</a:t>
            </a:r>
            <a:endParaRPr lang="de-DE" dirty="0" smtClean="0"/>
          </a:p>
          <a:p>
            <a:pPr>
              <a:buFont typeface="Wingdings" panose="05000000000000000000" pitchFamily="2" charset="2"/>
              <a:buChar char="Ø"/>
            </a:pPr>
            <a:endParaRPr lang="de-DE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 smtClean="0"/>
              <a:t>Starte main-alt.py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lang="de-DE" dirty="0"/>
              <a:t>	</a:t>
            </a:r>
            <a:r>
              <a:rPr lang="de-DE" dirty="0" smtClean="0"/>
              <a:t>Jetzt sollte die interne Led langsam 6 Mal blinken, bevor das Programm 	normal beendet wird. 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endParaRPr lang="de-DE" dirty="0" smtClean="0"/>
          </a:p>
          <a:p>
            <a:pPr marL="400050" lvl="1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835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smtClean="0"/>
              <a:t>OTA Update für </a:t>
            </a:r>
            <a:r>
              <a:rPr lang="de-DE" dirty="0" err="1" smtClean="0"/>
              <a:t>Raspberry</a:t>
            </a:r>
            <a:r>
              <a:rPr lang="de-DE" dirty="0" smtClean="0"/>
              <a:t> Pi </a:t>
            </a:r>
            <a:r>
              <a:rPr lang="de-DE" dirty="0" err="1" smtClean="0"/>
              <a:t>Pico</a:t>
            </a:r>
            <a:r>
              <a:rPr lang="de-DE" dirty="0" smtClean="0"/>
              <a:t> W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de-DE" dirty="0" smtClean="0"/>
              <a:t> Verbinde den GPIO0 </a:t>
            </a:r>
            <a:r>
              <a:rPr lang="de-DE" dirty="0"/>
              <a:t>P</a:t>
            </a:r>
            <a:r>
              <a:rPr lang="de-DE" dirty="0" smtClean="0"/>
              <a:t>in mit Masse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 smtClean="0"/>
              <a:t>Starte </a:t>
            </a:r>
            <a:r>
              <a:rPr lang="de-DE" dirty="0" smtClean="0">
                <a:solidFill>
                  <a:srgbClr val="FF0000"/>
                </a:solidFill>
              </a:rPr>
              <a:t>main-alt.py</a:t>
            </a:r>
            <a:r>
              <a:rPr lang="de-DE" dirty="0" smtClean="0"/>
              <a:t> erneut</a:t>
            </a:r>
            <a:br>
              <a:rPr lang="de-DE" dirty="0" smtClean="0"/>
            </a:br>
            <a:r>
              <a:rPr lang="de-DE" dirty="0" smtClean="0"/>
              <a:t>Jetzt beginnt der Download der neuen Dateien von der </a:t>
            </a:r>
            <a:r>
              <a:rPr lang="de-DE" dirty="0" err="1" smtClean="0"/>
              <a:t>GitHub</a:t>
            </a:r>
            <a:r>
              <a:rPr lang="de-DE" dirty="0" smtClean="0"/>
              <a:t> Plattform. </a:t>
            </a:r>
            <a:r>
              <a:rPr lang="de-DE" sz="2900" i="1" dirty="0" smtClean="0"/>
              <a:t>Alternativ kann man auch den </a:t>
            </a:r>
            <a:r>
              <a:rPr lang="de-DE" sz="2900" i="1" dirty="0" err="1" smtClean="0"/>
              <a:t>Pico</a:t>
            </a:r>
            <a:r>
              <a:rPr lang="de-DE" sz="2900" i="1" dirty="0" smtClean="0"/>
              <a:t> vom PC trennen und ohne diesen (autark) starten lassen. Dann muss man halt die Datei </a:t>
            </a:r>
            <a:r>
              <a:rPr lang="de-DE" sz="2900" i="1" dirty="0" smtClean="0">
                <a:solidFill>
                  <a:srgbClr val="FF0000"/>
                </a:solidFill>
              </a:rPr>
              <a:t>main-alt.py</a:t>
            </a:r>
            <a:r>
              <a:rPr lang="de-DE" sz="2900" i="1" dirty="0" smtClean="0"/>
              <a:t> kopieren auf </a:t>
            </a:r>
            <a:r>
              <a:rPr lang="de-DE" sz="2900" i="1" dirty="0" smtClean="0">
                <a:solidFill>
                  <a:srgbClr val="FF0000"/>
                </a:solidFill>
              </a:rPr>
              <a:t>main.py</a:t>
            </a:r>
            <a:r>
              <a:rPr lang="de-DE" sz="2900" i="1" dirty="0" smtClean="0"/>
              <a:t>, damit diese beim Start automatisch ausgeführt wird. </a:t>
            </a:r>
          </a:p>
          <a:p>
            <a:pPr>
              <a:buFont typeface="Wingdings" panose="05000000000000000000" pitchFamily="2" charset="2"/>
              <a:buChar char="Ø"/>
            </a:pPr>
            <a:endParaRPr lang="de-DE" sz="2900" i="1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 smtClean="0"/>
              <a:t>Warten bis der Download zu Ende ist und der </a:t>
            </a:r>
            <a:r>
              <a:rPr lang="de-DE" dirty="0" err="1" smtClean="0"/>
              <a:t>Pico</a:t>
            </a:r>
            <a:r>
              <a:rPr lang="de-DE" dirty="0" smtClean="0"/>
              <a:t> zurückgesetzt wird</a:t>
            </a:r>
          </a:p>
          <a:p>
            <a:pPr>
              <a:buFont typeface="Courier New" panose="02070309020205020404" pitchFamily="49" charset="0"/>
              <a:buChar char="o"/>
            </a:pPr>
            <a:endParaRPr lang="de-DE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 smtClean="0"/>
              <a:t>Der </a:t>
            </a:r>
            <a:r>
              <a:rPr lang="de-DE" dirty="0" err="1" smtClean="0"/>
              <a:t>Pico</a:t>
            </a:r>
            <a:r>
              <a:rPr lang="de-DE" dirty="0" smtClean="0"/>
              <a:t> startet erneut – </a:t>
            </a:r>
            <a:r>
              <a:rPr lang="de-DE" i="1" dirty="0" smtClean="0"/>
              <a:t>ggf. muss man das USB-Verbindungskabel kurz entfernen und danach wieder anstecken.</a:t>
            </a:r>
            <a:r>
              <a:rPr lang="de-DE" dirty="0" smtClean="0"/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endParaRPr lang="de-DE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 smtClean="0"/>
              <a:t>Jetzt wird das neue Programm, das von </a:t>
            </a:r>
            <a:r>
              <a:rPr lang="de-DE" dirty="0" err="1" smtClean="0"/>
              <a:t>GitHub</a:t>
            </a:r>
            <a:r>
              <a:rPr lang="de-DE" dirty="0" smtClean="0"/>
              <a:t> geladen wurde ausgeführt. </a:t>
            </a:r>
            <a:br>
              <a:rPr lang="de-DE" dirty="0" smtClean="0"/>
            </a:br>
            <a:r>
              <a:rPr lang="de-DE" i="1" dirty="0" smtClean="0"/>
              <a:t>Erkennbar durch ein schnelles Blinken der internen LED.</a:t>
            </a:r>
          </a:p>
          <a:p>
            <a:pPr marL="857250" lvl="1" indent="-457200">
              <a:buFont typeface="Courier New" panose="02070309020205020404" pitchFamily="49" charset="0"/>
              <a:buChar char="o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3777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smtClean="0"/>
              <a:t>OTA Update für </a:t>
            </a:r>
            <a:r>
              <a:rPr lang="de-DE" dirty="0" err="1" smtClean="0"/>
              <a:t>Raspberry</a:t>
            </a:r>
            <a:r>
              <a:rPr lang="de-DE" dirty="0" smtClean="0"/>
              <a:t> Pi </a:t>
            </a:r>
            <a:r>
              <a:rPr lang="de-DE" dirty="0" err="1" smtClean="0"/>
              <a:t>Pico</a:t>
            </a:r>
            <a:r>
              <a:rPr lang="de-DE" dirty="0" smtClean="0"/>
              <a:t> W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e-DE" sz="4500" dirty="0" smtClean="0">
                <a:solidFill>
                  <a:srgbClr val="FF0000"/>
                </a:solidFill>
              </a:rPr>
              <a:t>!!! Vorsicht ist geboten !!</a:t>
            </a:r>
          </a:p>
          <a:p>
            <a:pPr marL="0" indent="0">
              <a:buNone/>
            </a:pPr>
            <a:endParaRPr lang="de-DE" dirty="0" smtClean="0"/>
          </a:p>
          <a:p>
            <a:pPr marL="0" indent="0">
              <a:buNone/>
            </a:pPr>
            <a:r>
              <a:rPr lang="de-DE" dirty="0" smtClean="0"/>
              <a:t>Beim automatischen  Download von dem </a:t>
            </a:r>
            <a:r>
              <a:rPr lang="de-DE" dirty="0" err="1" smtClean="0"/>
              <a:t>GitHub</a:t>
            </a:r>
            <a:r>
              <a:rPr lang="de-DE" dirty="0" smtClean="0"/>
              <a:t> Repository werden auch alle lokalen Dateien auf dem </a:t>
            </a:r>
            <a:r>
              <a:rPr lang="de-DE" dirty="0" err="1" smtClean="0"/>
              <a:t>Pico</a:t>
            </a:r>
            <a:r>
              <a:rPr lang="de-DE" dirty="0" smtClean="0"/>
              <a:t> entweder neu aufgespielt (wenn sie im </a:t>
            </a:r>
            <a:r>
              <a:rPr lang="de-DE" dirty="0" err="1" smtClean="0"/>
              <a:t>GitHub</a:t>
            </a:r>
            <a:r>
              <a:rPr lang="de-DE" dirty="0" smtClean="0"/>
              <a:t> Repository vorhanden sind) oder gelöscht. Wenn man das nicht will, muss man alle lokalen Dateinamen (Am Anfang von </a:t>
            </a:r>
            <a:r>
              <a:rPr lang="de-DE" dirty="0" smtClean="0">
                <a:solidFill>
                  <a:srgbClr val="FF0000"/>
                </a:solidFill>
              </a:rPr>
              <a:t>ugit.py</a:t>
            </a:r>
            <a:r>
              <a:rPr lang="de-DE" dirty="0" smtClean="0"/>
              <a:t>) auflisten, die nicht verändert oder gelöscht werden sollen.</a:t>
            </a:r>
          </a:p>
          <a:p>
            <a:pPr marL="0" indent="0">
              <a:buNone/>
            </a:pPr>
            <a:endParaRPr lang="de-DE" dirty="0" smtClean="0"/>
          </a:p>
          <a:p>
            <a:pPr marL="0" indent="0">
              <a:buNone/>
            </a:pPr>
            <a:r>
              <a:rPr lang="de-DE" u="sng" dirty="0" smtClean="0"/>
              <a:t>Beispiel (</a:t>
            </a:r>
            <a:r>
              <a:rPr lang="de-DE" u="sng" dirty="0" smtClean="0">
                <a:solidFill>
                  <a:srgbClr val="FF0000"/>
                </a:solidFill>
              </a:rPr>
              <a:t>ugit.py</a:t>
            </a:r>
            <a:r>
              <a:rPr lang="de-DE" u="sng" dirty="0" smtClean="0"/>
              <a:t> Zeile 28):</a:t>
            </a:r>
          </a:p>
          <a:p>
            <a:pPr marL="0" indent="0">
              <a:buNone/>
            </a:pPr>
            <a:r>
              <a:rPr lang="de-DE" dirty="0" err="1" smtClean="0"/>
              <a:t>ignore_files</a:t>
            </a:r>
            <a:r>
              <a:rPr lang="de-DE" dirty="0" smtClean="0"/>
              <a:t> = ['/ugit.py', '/init.py', '/main-alt.py'] 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smtClean="0"/>
              <a:t>Diese drei oben genannten Dateien bleiben dann erhalten. </a:t>
            </a:r>
          </a:p>
        </p:txBody>
      </p:sp>
    </p:spTree>
    <p:extLst>
      <p:ext uri="{BB962C8B-B14F-4D97-AF65-F5344CB8AC3E}">
        <p14:creationId xmlns:p14="http://schemas.microsoft.com/office/powerpoint/2010/main" val="3337739526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Microsoft Office PowerPoint</Application>
  <PresentationFormat>Bildschirmpräsentation (4:3)</PresentationFormat>
  <Paragraphs>32</Paragraphs>
  <Slides>3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4" baseType="lpstr">
      <vt:lpstr>Larissa</vt:lpstr>
      <vt:lpstr>OTA Update für Raspberry Pi Pico W</vt:lpstr>
      <vt:lpstr>OTA Update für Raspberry Pi Pico W</vt:lpstr>
      <vt:lpstr>OTA Update für Raspberry Pi Pico 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Johannes Marko</dc:creator>
  <cp:lastModifiedBy>Johannes Marko</cp:lastModifiedBy>
  <cp:revision>15</cp:revision>
  <dcterms:created xsi:type="dcterms:W3CDTF">2025-10-12T07:26:01Z</dcterms:created>
  <dcterms:modified xsi:type="dcterms:W3CDTF">2025-10-12T11:08:43Z</dcterms:modified>
</cp:coreProperties>
</file>